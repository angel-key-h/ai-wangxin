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2021-Apple-Catalog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8 pages · OHR-Bench 公开数据集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100"/>
              <a:t>Anole Solutions</a:t>
            </a:r>
          </a:p>
          <a:p>
            <a:r>
              <a:rPr sz="1100"/>
              <a:t>2021 Product Catalog</a:t>
            </a:r>
          </a:p>
          <a:p/>
          <a:p>
            <a:r>
              <a:rPr sz="1100"/>
              <a:t>19・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100"/>
              <a:t>InVue Overview. ..... iii</a:t>
            </a:r>
          </a:p>
          <a:p>
            <a:r>
              <a:rPr sz="1100"/>
              <a:t>OneKEY ecosystem ..... iv</a:t>
            </a:r>
          </a:p>
          <a:p>
            <a:r>
              <a:rPr sz="1100"/>
              <a:t>InVue and Brands ..... v</a:t>
            </a:r>
          </a:p>
          <a:p>
            <a:r>
              <a:rPr sz="1100"/>
              <a:t>iPhone \&amp; iPad Solutions .....  .1</a:t>
            </a:r>
          </a:p>
          <a:p>
            <a:r>
              <a:rPr sz="1100"/>
              <a:t>iPad + Keyboard Solutions ..... 10</a:t>
            </a:r>
          </a:p>
          <a:p>
            <a:r>
              <a:rPr sz="1100"/>
              <a:t>MacBook Solutions ..... 13</a:t>
            </a:r>
          </a:p>
          <a:p>
            <a:r>
              <a:rPr sz="1100"/>
              <a:t>Apple Watch Solutions ..... 18</a:t>
            </a:r>
          </a:p>
          <a:p>
            <a:r>
              <a:rPr sz="1100"/>
              <a:t>HomePod Solutions ..... 27</a:t>
            </a:r>
          </a:p>
          <a:p>
            <a:r>
              <a:rPr sz="1100"/>
              <a:t>Apple Accessory Solutions ..... 31</a:t>
            </a:r>
          </a:p>
          <a:p>
            <a:r>
              <a:rPr sz="1100"/>
              <a:t>Other InVue Solutions for Apple Merchandise ..... 35</a:t>
            </a:r>
          </a:p>
          <a:p>
            <a:r>
              <a:rPr sz="1100"/>
              <a:t>OneKEY™ ecosystem. ..... 36</a:t>
            </a:r>
          </a:p>
          <a:p>
            <a:r>
              <a:rPr sz="1100"/>
              <a:t>Ordering Instructions ..... 38</a:t>
            </a:r>
          </a:p>
          <a:p>
            <a:r>
              <a:rPr sz="1100"/>
              <a:t>InVue Customer Service Centers ..... 48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100"/>
              <a:t>/ Company Overview</a:t>
            </a:r>
          </a:p>
          <a:p/>
          <a:p>
            <a:r>
              <a:rPr sz="1100"/>
              <a:t>An intelligent, connected, security and merchandising technology platform that promotes and secures all merchandise at retail.</a:t>
            </a:r>
          </a:p>
          <a:p/>
          <a:p>
            <a:r>
              <a:rPr sz="1100"/>
              <a:t>InVue is a global technology company that provides retailers and brands with innovative merchandising, software and security solutions. Our products seamlessly promote and secure retail merchandise, enhancing the in-store experience to improve our customers' profits.</a:t>
            </a:r>
          </a:p>
          <a:p/>
          <a:p>
            <a:r>
              <a:rPr sz="1100"/>
              <a:t>We back our commitment with a 90,000 square foot innovation, quality, design and service center in Charlotte, NC. Our quality control facilities in Charlotte and China, use custom 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100"/>
              <a:t>/ OneKEY ecosystem</a:t>
            </a:r>
          </a:p>
          <a:p/>
          <a:p>
            <a:r>
              <a:rPr sz="1100"/>
              <a:t>One</a:t>
            </a:r>
          </a:p>
          <a:p/>
          <a:p>
            <a:r>
              <a:rPr sz="1100"/>
              <a:t>The synergy gained from aligning brand displays with existing retailer technology results in increased profits.</a:t>
            </a:r>
          </a:p>
          <a:p/>
          <a:p>
            <a:r>
              <a:rPr sz="1100"/>
              <a:t>BEST-IN-CLASS SECURITY</a:t>
            </a:r>
          </a:p>
          <a:p>
            <a:r>
              <a:rPr sz="1100"/>
              <a:t>Assign a unique code per store, 12 hour time-out feature for greater protection, and ability to create zones and audit employee use.</a:t>
            </a:r>
          </a:p>
          <a:p/>
          <a:p>
            <a:r>
              <a:rPr sz="1100"/>
              <a:t>IN-STORE VISIBILITY</a:t>
            </a:r>
          </a:p>
          <a:p>
            <a:r>
              <a:rPr sz="1100"/>
              <a:t>Monitor, understand and manage associate interactions through software analytics. Know who did what, where and when.</a:t>
            </a:r>
          </a:p>
          <a:p>
            <a:r>
              <a:rPr sz="1100"/>
              <a:t>iv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100"/>
              <a:t>/ InVue and Brands</a:t>
            </a:r>
          </a:p>
          <a:p/>
          <a:p>
            <a:r>
              <a:rPr sz="1100"/>
              <a:t>OUR BRAND MISSION</a:t>
            </a:r>
          </a:p>
          <a:p>
            <a:r>
              <a:rPr sz="1100"/>
              <a:t>Enabling an Authentic Brand Experience</a:t>
            </a:r>
          </a:p>
          <a:p/>
          <a:p>
            <a:r>
              <a:rPr sz="1100"/>
              <a:t>TECHNOLOGY</a:t>
            </a:r>
          </a:p>
          <a:p>
            <a:r>
              <a:rPr sz="1100"/>
              <a:t>, Investing over 7\%+ yearly in research and development. Custom designed testing equipment to simulate actual in-store use.</a:t>
            </a:r>
          </a:p>
          <a:p>
            <a:r>
              <a:rPr sz="1100"/>
              <a:t>, 90,000 sq. ft innovation, quality, design and service center in Charlotte, NC</a:t>
            </a:r>
          </a:p>
          <a:p/>
          <a:p>
            <a:r>
              <a:rPr sz="1100"/>
              <a:t>FOCUS</a:t>
            </a:r>
          </a:p>
          <a:p>
            <a:r>
              <a:rPr sz="1100"/>
              <a:t>, A history working with brands at the Headquarter, Regional and Retail level to maintain a comprehensive understanding of the brands ecosystem.</a:t>
            </a:r>
          </a:p>
          <a:p>
            <a:r>
              <a:rPr sz="1100"/>
              <a:t>, Offering products that balance the desire for high experience with the need for security.</a:t>
            </a:r>
          </a:p>
          <a:p/>
          <a:p>
            <a:r>
              <a:rPr sz="1100"/>
              <a:t>EXPERTISE</a:t>
            </a:r>
          </a:p>
          <a:p>
            <a:r>
              <a:rPr sz="1100"/>
              <a:t>, Leveraging extensive retail experience and invest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100"/>
              <a:t>SECURITY TIER: LITE</a:t>
            </a:r>
          </a:p>
          <a:p>
            <a:r>
              <a:rPr sz="1100"/>
              <a:t>iPhone \&amp; iPad Solutions</a:t>
            </a:r>
          </a:p>
          <a:p/>
          <a:p>
            <a:r>
              <a:rPr sz="1100"/>
              <a:t>COMPATIBILITY</a:t>
            </a:r>
          </a:p>
          <a:p>
            <a:r>
              <a:rPr sz="1100"/>
              <a:t>iPhone SE</a:t>
            </a:r>
          </a:p>
          <a:p>
            <a:r>
              <a:rPr sz="1100"/>
              <a:t>iPhone Xs</a:t>
            </a:r>
          </a:p>
          <a:p>
            <a:r>
              <a:rPr sz="1100"/>
              <a:t>iPhone XR</a:t>
            </a:r>
          </a:p>
          <a:p>
            <a:r>
              <a:rPr sz="1100"/>
              <a:t>iPhone 13 iPhone 13 Pro iPad Pro</a:t>
            </a:r>
          </a:p>
          <a:p>
            <a:r>
              <a:rPr sz="1100"/>
              <a:t>iPad Air</a:t>
            </a:r>
          </a:p>
          <a:p>
            <a:r>
              <a:rPr sz="1100"/>
              <a:t>iPad</a:t>
            </a:r>
          </a:p>
          <a:p>
            <a:r>
              <a:rPr sz="1100"/>
              <a:t>iPad mini 4</a:t>
            </a:r>
          </a:p>
          <a:p>
            <a:r>
              <a:rPr sz="1100"/>
              <a:t>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100"/>
              <a:t>IPHONE \&amp; IPAD SOLUTIONS</a:t>
            </a:r>
          </a:p>
          <a:p>
            <a:r>
              <a:rPr sz="1100"/>
              <a:t>iPhone \&amp; iPad Solutions</a:t>
            </a:r>
          </a:p>
          <a:p/>
          <a:p>
            <a:r>
              <a:rPr sz="1100"/>
              <a:t>COMPATIBILITY</a:t>
            </a:r>
          </a:p>
          <a:p>
            <a:r>
              <a:rPr sz="1100"/>
              <a:t>iPhone SE</a:t>
            </a:r>
          </a:p>
          <a:p>
            <a:r>
              <a:rPr sz="1100"/>
              <a:t>iPhone 11 Pro</a:t>
            </a:r>
          </a:p>
          <a:p>
            <a:r>
              <a:rPr sz="1100"/>
              <a:t>iPhone 11</a:t>
            </a:r>
          </a:p>
          <a:p>
            <a:r>
              <a:rPr sz="1100"/>
              <a:t>iPhone Xs</a:t>
            </a:r>
          </a:p>
          <a:p>
            <a:r>
              <a:rPr sz="1100"/>
              <a:t>iPhone $X_{R}$</a:t>
            </a:r>
          </a:p>
          <a:p>
            <a:r>
              <a:rPr sz="1100"/>
              <a:t>iPhone 13</a:t>
            </a:r>
          </a:p>
          <a:p>
            <a:r>
              <a:rPr sz="1100"/>
              <a:t>iPhone 13 Pro</a:t>
            </a:r>
          </a:p>
          <a:p>
            <a:r>
              <a:rPr sz="1100"/>
              <a:t>iPad Pro</a:t>
            </a:r>
          </a:p>
          <a:p>
            <a:r>
              <a:rPr sz="1100"/>
              <a:t>iPad Air</a:t>
            </a:r>
          </a:p>
          <a:p>
            <a:r>
              <a:rPr sz="1100"/>
              <a:t>iPad</a:t>
            </a:r>
          </a:p>
          <a:p>
            <a:r>
              <a:rPr sz="1100"/>
              <a:t>iPad mini 4</a:t>
            </a:r>
          </a:p>
          <a:p>
            <a:r>
              <a:rPr sz="1100"/>
              <a:t>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100"/>
              <a:t>PRODUCT COMPARISONS</a:t>
            </a:r>
          </a:p>
          <a:p>
            <a:r>
              <a:rPr sz="1100"/>
              <a:t>/ iPhone \&amp; iPad Solutions</a:t>
            </a:r>
          </a:p>
          <a:p/>
          <a:p>
            <a:r>
              <a:rPr sz="1100"/>
              <a:t>Series?</a:t>
            </a:r>
          </a:p>
          <a:p>
            <a:r>
              <a:rPr sz="1100"/>
              <a:t>, Flexible, multi-position system with quick disconnect sensor</a:t>
            </a:r>
          </a:p>
          <a:p>
            <a:r>
              <a:rPr sz="1100"/>
              <a:t>, Smart voltage regulation compensates for voltage loss between the Power Box and device</a:t>
            </a:r>
          </a:p>
          <a:p>
            <a:r>
              <a:rPr sz="1100"/>
              <a:t>, Ultra Low Profile sensor makes the product the hero and delivers a great customer experience</a:t>
            </a:r>
          </a:p>
          <a:p/>
          <a:p>
            <a:r>
              <a:rPr sz="1100"/>
              <a:t>คคPD</a:t>
            </a:r>
          </a:p>
          <a:p>
            <a:r>
              <a:rPr sz="1100"/>
              <a:t>- Above counter POD with internal recoiler</a:t>
            </a:r>
          </a:p>
          <a:p>
            <a:r>
              <a:rPr sz="1100"/>
              <a:t>, Compatible with InVue's software suite for data analytics</a:t>
            </a:r>
          </a:p>
          <a:p>
            <a:r>
              <a:rPr sz="1100"/>
              <a:t>, Scalable security with consistent look and feel</a:t>
            </a:r>
          </a:p>
          <a:p/>
          <a:p>
            <a:r>
              <a:rPr sz="1100"/>
              <a:t>Series 960</a:t>
            </a:r>
          </a:p>
          <a:p>
            <a:r>
              <a:rPr sz="1100"/>
              <a:t>, Above counter POD with exposed cable</a:t>
            </a:r>
          </a:p>
          <a:p>
            <a:r>
              <a:rPr sz="1100"/>
              <a:t>, Allows for cross-merchandising of accessories</a:t>
            </a:r>
          </a:p>
          <a:p>
            <a:r>
              <a:rPr sz="1100"/>
              <a:t>, Compatible with InVue's software suit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